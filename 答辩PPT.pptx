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4A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Codeforces Crawler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FF"/>
                </a:solidFill>
                <a:latin typeface="Microsoft YaHei"/>
              </a:defRPr>
            </a:pPr>
            <a:r>
              <a:t>基于 C 语言的 Codeforces 数据分析与可视化系统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姓名：XXX    学号：XXXXXXXXXX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专业：计算机科学与技术  指导老师：XXX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2025 年 6 月 1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1. 项目背景与目标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2. 系统设计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3. 数据结构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4. 模块划分与实现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5. 运行流程与结果展示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6. 优势和不足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7. 展望</a:t>
            </a:r>
          </a:p>
          <a:p>
            <a:pPr>
              <a:spcAft>
                <a:spcPts val="600"/>
              </a:spcAft>
              <a:defRPr sz="2400">
                <a:solidFill>
                  <a:srgbClr val="333333"/>
                </a:solidFill>
                <a:latin typeface="Microsoft YaHei"/>
              </a:defRPr>
            </a:pPr>
            <a:r>
              <a:t>8.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1. 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背景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Codeforces 是全球最具影响力的算法竞赛平台之一，汇聚了大量高水平程序员。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用户通过参与比赛提升 rating，但官方只提供原始 API 数据，缺乏直观的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数据分析和可视化工具。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目标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本课题旨在开发一个基于 C 语言的数据爬取、分析与可视化系统，实现以下功能：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通过 Codeforces API 自动获取用户数据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对比赛表现、提交记录进行深度分析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生成自包含的 HTML 可视化报告，便于用户了解自身成长轨迹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支持多用户批量处理，便于横向对比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2. 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总体架构：经典三层架构（数据采集 → 数据分析 → 可视化展示）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数据采集层（C + libcurl）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调用 Codeforces API 获取原始 JSON 数据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实现 2 秒间隔的请求限速器，遵守 API 频率限制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本地文件缓存，避免重复请求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数据分析层（C + cJSON）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解析 JSON 数据，提取用户信息和比赛记录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比赛成绩统计、rating 变化追踪、赛后补题检测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AC 题目难度分布统计（多时间窗口）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可视化展示层（HTML + ECharts 5.5.0）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读取 C 生成的 JSON 数据，渲染交互式 ECharts 图表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多用户首页（搜索过滤）和单用户详情页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CF 官方颜色体系的 rating 着色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3. 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C 语言核心数据结构（定义在 analyzer.c / rate_limiter.h 中）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RateLimiter — API 请求频率限制器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last_request_time: 上次请求时间戳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min_interval: 最小请求间隔（2 秒）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ProblemState — 单道题目的提交状态追踪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index: 题目编号（A, B, C, ...）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in_contest_ac: 赛时是否通过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post_ac: 赛后是否补题通过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rejected: 错误提交次数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problem_rating: 题目难度分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数据流：所有分析结果以 cJSON 树形式组织，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序列化为 JSON 字符串后嵌入 HTML 模板。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4. 模块划分与实现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项目由 6 个 C 模块 + 1 个 HTML 模板组成：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C 模块（数据采集与处理）：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(1) rate_limiter.c — API 请求频率控制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(2) cf_api.c — libcurl HTTP 请求封装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(3) json_utils.c — JSON 文件读写与数据提取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(4) analyzer.c — 核心数据分析引擎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(5) htmlgen.c — HTML 报告生成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(6) main.c — 主控流程编排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前端模块（可视化展示）：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(7) template.html — 完整 HTML/CSS/JS 页面（含 ECharts 图表）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模块详解 — C 数据采集（rate_limiter.c + cf_api.c）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(1) rate_limiter.c — 请求频率限制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跨平台高精度计时：Windows 用 GetSystemTimeAsFileTime，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POSIX 用 clock_gettime(CLOCK_MONOTONIC)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wait() 函数：距上次请求不足 2 秒时自动休眠补齐间隔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避免因请求过快触发 CF API 封禁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(2) cf_api.c — libcurl HTTP 封装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write_callback(): 动态内存块回调，逐段存储 HTTP 响应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cf_http_get(): 发送 GET 请求，返回完整响应字符串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fetch_and_save(): 通用流程：限速等待 → HTTP请求 →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JSON校验(status=="OK") → 写入本地缓存文件(data/)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调用 4 个 CF API 端点：user.info / user.rating / user.status / contest.list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模块详解 — C 数据分析（analyzer.c）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核心功能 1：赛后补题判定算法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从 contest.list 获取每场比赛的 durationSeconds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计算 contestEnd = startTimeSeconds + durationSeconds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遍历 user.status 中该场比赛的所有提交：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creationTimeSeconds &lt;= contestEnd → 赛时 AC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creationTimeSeconds &gt; contestEnd  → 赛后补题 AC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核心功能 2：AC 难度直方图统计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按 problem.rating 分组计数，用 cJSON 对象实现哈希表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- 4 个时间窗口：全部 / 近一年 / 近 180 天 / 近一个月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核心功能 3：Rating 颜色映射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实现 CF 官方 10 级颜色体系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自动修正 API 返回的 rank 字段错误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模块详解 — HTML 报告生成（htmlgen.c + template.html）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(5) htmlgen.c — 模板引擎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读取 template.html，替换 {{TITLE}} 和 {{DATA_JSON}} 占位符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生成 index.html（多用户首页）+ report_&lt;handle&gt;.html（详情页）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所有数据内嵌于 HTML，无需外部文件即可独立浏览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(6) template.html — 前端可视化页面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两种渲染模式：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多用户模式（CF_DATA 为数组）：用户列表表格 + 搜索过滤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  详情模式（CF_DATA 为对象）：完整分析报告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ECharts 5.5.0 折线图：Rating 历史变化，每点按 CF 颜色标记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ECharts 5.5.0 柱状图：AC 数量按难度分布，4 个时间窗口切换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三色标记：绿色(赛时AC) / 红色(未通过) / 黄色(补题)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- 响应式设计，适配桌面和移动端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模块详解 — 主控流程（main.c）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main() 函数执行流程：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1：读取 sample_users.txt 获取用户 ID 列表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2：创建 data/（缓存）和 output/（输出）目录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3：初始化限速器，获取比赛列表（所有用户共享）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4：循环处理每个用户——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4a. cf_fetch_user_info()  → 基本信息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4b. cf_fetch_user_rating() → rating 变化历史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4c. cf_fetch_user_status() → 提交记录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4d. build_user_summary()  → 综合数据分析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5：generate_all_html() → 生成 index.html + 各用户详情页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步骤 6：报告生成结果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5. 运行流程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1. 配置 sample_users.txt，每行一个 Codeforces 用户名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2. 执行 make 编译项目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3. 运行 ./bin/cf_crawler.exe sample_users.txt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4. C 程序自动完成：API 请求 → 数据缓存 → 分析 → HTML 生成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5. 打开 output/index.html 即可查看报告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技术栈：C11 + libcurl + cJSON + ECharts 5.5.0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编译环境：MinGW-w64 (MSYS2) GCC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操作系统：Windows / Linux 跨平台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5. 运行结果展示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测试用户：tourist / Benq / Petr（均为 Codeforces 顶尖选手）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生成文件：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output/index.html              多用户首页（可搜索）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output/report_tourist.html     tourist 详情页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output/report_Benq.html        Benq 详情页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output/report_Petr.html        Petr 详情页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验证结果：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用户基本信息正确获取（rating、头像、头衔按颜色显示）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Rating 变化折线图正确渲染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AC 难度直方图正确统计（4 个时间窗口均正常）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赛时通过/赛后补题状态正确区分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- 近 180 天活跃度数据准确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6. 优势和不足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优势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纯 C 语言实现，无外部运行时依赖，执行效率高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数据本地缓存，离线可查看历史报告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自包含 HTML 输出，无需服务器即可浏览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完整的赛后补题检测算法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多维度统计分析（rating 变化、AC 分布、活跃度）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不足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缺少实时数据更新机制（需手动重新运行）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不支持题目算法标签分类统计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前端功能相对基础，缺少用户间对比功能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本系统尚有较大的扩展空间，未来可从以下方向继续完善：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增加题目标签分析：按算法分类统计 AC 数量（DP、图论、贪心等）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添加用户间对比功能：多用户同图表直接对比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集成定时任务：定期自动抓取更新数据，持续追踪成长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扩展平台支持：兼容 AtCoder、LeetCode 等其他 OJ 平台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前端功能增强：增加交互式筛选、数据导出等功能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  - 云端部署：将报告托管至 Web 服务，支持分享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8.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本课题成功实现了一个基于 C 语言的 Codeforces 数据分析与可视化系统，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完成了从数据采集、分析到可视化展示的完整流程。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项目成果：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- 4 个 CF API 端点的自动数据采集与缓存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基于提交时间戳的赛后补题检测算法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多维度比赛统计分析（rating、AC 分布、活跃度）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自包含 HTML 可视化报告（ECharts 交互式图表）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  - 支持多用户批处理与搜索导航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通过本项目的开发，加深了对 C 语言网络编程、JSON 数据处理、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Web 可视化技术的理解和实践能力。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6576"/>
          </a:xfrm>
          <a:prstGeom prst="rect">
            <a:avLst/>
          </a:prstGeom>
          <a:solidFill>
            <a:srgbClr val="4A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FF"/>
                </a:solidFill>
                <a:latin typeface="Microsoft YaHei"/>
              </a:defRPr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